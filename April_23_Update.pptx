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April 23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AC297r — Unsupervised Crypto Fraud Detector</a:t>
            </a:r>
          </a:p>
          <a:p>
            <a:r>
              <a:t>Gillian Schriever | Jiahui (Cecilia) Cai | Zhilin Chen | Jinghan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Questions for Our Professor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framing — continuous score vs. discrete consensus voting</a:t>
            </a:r>
          </a:p>
          <a:p>
            <a:r>
              <a:t>Calibration sample size</a:t>
            </a:r>
          </a:p>
          <a:p>
            <a:r>
              <a:t>Log-transform on skewed features</a:t>
            </a:r>
          </a:p>
          <a:p>
            <a:r>
              <a:t>Calibrator extrapolation handling</a:t>
            </a:r>
          </a:p>
          <a:p>
            <a:r>
              <a:t>DBSCAN's role in the 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Updates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stopped throwing away data</a:t>
            </a:r>
          </a:p>
          <a:p>
            <a:r>
              <a:t>We switched from yes/no voting to a dimmer switch</a:t>
            </a:r>
          </a:p>
          <a:p>
            <a:r>
              <a:t>We added a second layer that estimates "how likely is this suspicious behavior to actually be fraud?"</a:t>
            </a:r>
          </a:p>
          <a:p>
            <a:r>
              <a:t>We added a way to explain why the model flagged each token</a:t>
            </a:r>
          </a:p>
          <a:p>
            <a:r>
              <a:t>We ran a stress test on our thresholds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