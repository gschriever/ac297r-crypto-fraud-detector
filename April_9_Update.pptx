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EF41E-F589-B947-877E-DD219BCC3C9D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4201B-9DC6-6E47-8A9B-4514D1FC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1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on Master CTE: We resolved a core issue where different modules were pulling 100 randomly different tokens. By writing a single logical boundary condition targeting $1M-$1B total volume, we ensured that every teammate queries the exact same 5,000 active mid-caps, guaranteeing our CSVs will join perfectly. </a:t>
            </a:r>
          </a:p>
          <a:p>
            <a:endParaRPr/>
          </a:p>
          <a:p>
            <a:r>
              <a:t>Pro Tier Access: Upgrading bypassed all API export ceilings and execution timeouts, allowing us to safely process the massive dex.trades database covering the entire 365-day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1. All four teammates need to run their completed Dune logic (incorporating the Master CTE list) and export their 5,000-row features. </a:t>
            </a:r>
          </a:p>
          <a:p>
            <a:endParaRPr/>
          </a:p>
          <a:p>
            <a:r>
              <a:t>2. We will programmatically clean and merge the CSVs matching on token_address. </a:t>
            </a:r>
          </a:p>
          <a:p>
            <a:endParaRPr/>
          </a:p>
          <a:p>
            <a:r>
              <a:t>3. Push the master spreadsheet into the clustering algorithm to calculate anomaly scores. </a:t>
            </a:r>
          </a:p>
          <a:p>
            <a:endParaRPr/>
          </a:p>
          <a:p>
            <a:r>
              <a:t>4. Check if known scams (e.g., AnubisDAO, Mutant Ape Planet) are mathematically captured in the anomaly clusters. </a:t>
            </a:r>
          </a:p>
          <a:p>
            <a:endParaRPr/>
          </a:p>
          <a:p>
            <a:r>
              <a:t>5. If time allows, wrap the findings in a dashboard to visualize exactly WHY a specific token was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Algorithm Considerations: Our proposal considered standard anomaly detection. Suggestion: We should lean heavily into Isolation Forests. They are highly efficient and effectively handle high-dimensional tabular data without requiring massive pre-scaling assumptions, compared to DBSCAN which struggles with varying-density data clouds.</a:t>
            </a:r>
          </a:p>
          <a:p>
            <a:endParaRPr/>
          </a:p>
          <a:p>
            <a:r>
              <a:t>Dashboard Suggestions: If we build the dashboard, should we display the feature breakdown for specific suspicious tokens? Suggestion: We should highlight the token's specific anomaly score compared to the 'market average' (e.g., showing a user exactly how extreme a token's volume spike ratio actually was compared to normal mid-caps).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Detecting Pump-and-Dump in Small-Cap Ethereum Tokens</a:t>
            </a:r>
          </a:p>
          <a:p>
            <a:r>
              <a:t>April 9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AC297r</a:t>
            </a:r>
          </a:p>
          <a:p>
            <a:r>
              <a:t>Gillian Schriever | Jiahui (Cecilia) Cai | Zhilin Chen | Jinghan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Secured Dune Analytics </a:t>
            </a:r>
            <a:r>
              <a:rPr lang="en-US" dirty="0"/>
              <a:t>Plus</a:t>
            </a:r>
            <a:r>
              <a:rPr dirty="0"/>
              <a:t> Tier Access</a:t>
            </a:r>
          </a:p>
          <a:p>
            <a:r>
              <a:rPr dirty="0"/>
              <a:t>Defined Boundary Conditions: The Universal 'Master Token List'</a:t>
            </a:r>
          </a:p>
          <a:p>
            <a:pPr lvl="1">
              <a:defRPr sz="1400">
                <a:latin typeface="Courier New"/>
              </a:defRPr>
            </a:pPr>
            <a:r>
              <a:rPr dirty="0" err="1"/>
              <a:t>master_token_list</a:t>
            </a:r>
            <a:r>
              <a:rPr dirty="0"/>
              <a:t> AS (SELECT </a:t>
            </a:r>
            <a:r>
              <a:rPr dirty="0" err="1"/>
              <a:t>token_address</a:t>
            </a:r>
            <a:r>
              <a:rPr dirty="0"/>
              <a:t> FROM </a:t>
            </a:r>
            <a:r>
              <a:rPr dirty="0" err="1"/>
              <a:t>raw_trades</a:t>
            </a:r>
            <a:r>
              <a:rPr dirty="0"/>
              <a:t> ... LIMIT 5000)</a:t>
            </a:r>
          </a:p>
          <a:p>
            <a:r>
              <a:rPr dirty="0"/>
              <a:t>Executed Initial Price/Volume Queries &amp; Exported Raw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Execute All Modules &amp; Export CSVs</a:t>
            </a:r>
          </a:p>
          <a:p>
            <a:pPr marL="0" indent="0">
              <a:buNone/>
            </a:pPr>
            <a:r>
              <a:rPr dirty="0"/>
              <a:t>2. Python Pandas Data Consolidation</a:t>
            </a:r>
          </a:p>
          <a:p>
            <a:pPr marL="0" indent="0">
              <a:buNone/>
            </a:pPr>
            <a:r>
              <a:rPr dirty="0"/>
              <a:t>3. Deploy Unsupervised Algorithmic Modeling</a:t>
            </a:r>
          </a:p>
          <a:p>
            <a:pPr marL="0" indent="0">
              <a:buNone/>
            </a:pPr>
            <a:r>
              <a:rPr dirty="0"/>
              <a:t>4. Validate Anomalies against Ground Truth Baselines</a:t>
            </a:r>
          </a:p>
          <a:p>
            <a:pPr marL="0" indent="0">
              <a:buNone/>
            </a:pPr>
            <a:r>
              <a:rPr dirty="0"/>
              <a:t>5. (Time Permitting) Build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&amp; Design Explorations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Algorithmic Approach: Isolation Forest vs. DBSCAN?</a:t>
            </a:r>
          </a:p>
          <a:p>
            <a:r>
              <a:t>Dashboard Design: What metrics provide the most value for frontend visualization?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</Words>
  <Application>Microsoft Macintosh PowerPoint</Application>
  <PresentationFormat>On-screen Show (4:3)</PresentationFormat>
  <Paragraphs>33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Detecting Pump-and-Dump in Small-Cap Ethereum Tokens April 9 Update</vt:lpstr>
      <vt:lpstr>Team Updates</vt:lpstr>
      <vt:lpstr>Next Steps</vt:lpstr>
      <vt:lpstr>Open Questions &amp; Design Explorations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Gillian Schriever</cp:lastModifiedBy>
  <cp:revision>2</cp:revision>
  <dcterms:created xsi:type="dcterms:W3CDTF">2013-01-27T09:14:16Z</dcterms:created>
  <dcterms:modified xsi:type="dcterms:W3CDTF">2026-04-09T14:28:03Z</dcterms:modified>
  <cp:category/>
</cp:coreProperties>
</file>